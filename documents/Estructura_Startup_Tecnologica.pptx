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Estructura Organizacional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Startup Tecnológica Pequeña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Organigrama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Representación simplificada de roles y líneas de reporte en una startup tecnológica pequeña. Roles multifuncionales con foco en agilidad.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Tabla RASCI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RASCI para definir responsabilidades por rol:</a:t>
            </a:r>
          </a:p>
          <a:p>
            <a:r>
              <a:t>R = Responsable | A = Aprobador | S = Soporte | C = Consultado | I = Informado</a:t>
            </a:r>
          </a:p>
          <a:p/>
          <a:p>
            <a:r>
              <a:t>Debido al tamaño, ver documento Word adjunto para tabla completa.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de Cargos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Resumen de funciones clave por rol en la startup.</a:t>
            </a:r>
          </a:p>
          <a:p>
            <a:r>
              <a:t>(Ver documento Word para detalles completos).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CEO / Fundador(a)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Responsable de liderar la visión, estrategia y operación general de la startup. Toma decisiones clave de negocio, crecimiento, financiamiento y cultura.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CTO / Tech 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Lidera la arquitectura técnica, el desarrollo del producto y la infraestructura tecnológica. Supervisa al equipo de desarrollo y garantiza la calidad del código y despliegues.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Product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el roadmap del producto, prioriza funcionalidades y recopila feedback de usuarios. Coordina con los equipos de desarrollo, diseño y marketing para construir el producto adecuado.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Desarrolladores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Construyen y mantienen la aplicación o sistema. Participan en decisiones técnicas, implementación de nuevas funcionalidades, corrección de errores y pruebas.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UX/UI Designer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Diseña interfaces centradas en el usuario, crea prototipos y wireframes, y mejora la experiencia general del producto en base a investigación y pruebas de usuario.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Marketing /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Encargado de la adquisición de usuarios y posicionamiento de la marca. Ejecuta campañas digitales, SEO, contenido y analiza métricas de crecimiento.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Ventas / Customer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Lidera el proceso de ventas, gestiona cuentas clave y se asegura de que los clientes actuales obtengan valor del producto. Escucha feedback e identifica oportunidades de mejora.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Soporte Técnico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Atiende tickets y consultas técnicas de usuarios, resuelve problemas comunes y documenta soluciones. Ayuda al onboarding de clientes y usuarios internos.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Admin / Finanzas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Maneja las finanzas, contabilidad, pagos y asuntos legales de la empresa. Puede apoyarse en servicios externos (contadores, abogados).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Rol: Personas / Cultura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Responsable de contratar, gestionar y retener talento. Desarrolla una cultura organizacional positiva y lidera procesos de onboarding y crecimiento del equipo.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de Crecimiento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Fases de crecimiento estructural:</a:t>
            </a:r>
          </a:p>
          <a:p/>
          <a:p>
            <a:r>
              <a:t>1. Inicial (1–5): MVP, primeros clientes.</a:t>
            </a:r>
          </a:p>
          <a:p>
            <a:r>
              <a:t>2. Validación (6–10): Iteración, UX, primeras ventas.</a:t>
            </a:r>
          </a:p>
          <a:p>
            <a:r>
              <a:t>3. Crecimiento (11–20): Escalar marketing, procesos.</a:t>
            </a:r>
          </a:p>
          <a:p>
            <a:r>
              <a:t>4. Escalamiento (21–30): Consolidar equipo y expansión.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